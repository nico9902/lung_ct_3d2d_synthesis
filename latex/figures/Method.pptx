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DDE9"/>
    <a:srgbClr val="5FACD3"/>
    <a:srgbClr val="FFC349"/>
    <a:srgbClr val="525EA7"/>
    <a:srgbClr val="B2054C"/>
    <a:srgbClr val="D10056"/>
    <a:srgbClr val="FFB900"/>
    <a:srgbClr val="007DCC"/>
    <a:srgbClr val="C4F7CA"/>
    <a:srgbClr val="D8FF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31B3F3-81DB-71DC-7667-CA99F7FCF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DAE9B91-55F2-A467-89C9-4FCA9B095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6A32F5-3CC9-603F-53CC-0E7672F4E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20/08/26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E0F0A1F-37B1-8FEC-9D24-F59079A73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46CA2C-91E7-5E17-A88B-2D8A6ADF9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272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92D244-984B-CDBE-85E6-627229550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D5636F-3637-F352-90F3-7B9C08A42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51D541C-2622-807F-3FC5-7A626BE4F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20/08/26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7674C2-5D71-96A1-2225-C0D30856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B6F0AD-F7DA-F7F6-4911-0BB51B9E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408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F5ED67-D427-FA8C-5B94-67047717C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D78180C-6EEE-6E42-26CC-5B2F571DC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48B19C4-9753-1E43-F17D-C1A310C25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20/08/26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8C295C-DFAC-4642-CFDD-ADC32BC0A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4AAF2D7-A43E-BF7D-C1D5-1F3F1BE03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330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A3E242-6836-48ED-FBC4-B41F2E4F7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A7132F-A8CC-2DCE-2002-703854D78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23CC199-E58F-CEF2-CF7C-FEA10D7F1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8262125-3A20-7855-94D7-78028842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20/08/26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A01CFF7-5B67-FD1D-0C96-8AF776B38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D8BC042-F8A3-D6C7-0BDF-C93129C2C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4217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7D7237-4ED9-841F-D080-F6D8F8537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DCD5844-070C-6FC5-D82B-7829E38A7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546DBF8-E3BC-8E9E-3ACC-4D58F13B4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99494A0-67AA-A5B5-A29B-15B6BCF5C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5A974E4-9A95-7D2B-222F-E897FC2F02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D1BBA00-58FE-B4D2-FFC1-E504F6A3C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20/08/26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1AACE0D-1406-D907-FAC8-432F02EB4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9444FAE-703C-84ED-157A-35801565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034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50C82F-8F39-9B61-53A9-37827D4D9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90086C7-1DB3-18E7-A3C5-717672193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20/08/26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8E278DF-9F13-F3F8-044B-DE5C783C9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9789A6D-EFC5-E0F0-2C1E-C1FBBB94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474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A09A6B2-D6EC-112B-6C76-94DC3FCA6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20/08/26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E8E9AF1-B5D1-3D98-9345-6CD5E1CDF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E34BDB3-1776-8A6D-031A-A1756D1C3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9646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EC3C8B-8016-65ED-6902-6858B35FC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DD4501-9C3A-B221-5992-54DF504D9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95D64AE-559B-654A-1447-406D916A6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05BAE5B-2847-5553-7E05-8BC7537C5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20/08/26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7E32264-54E1-8BCB-AA57-42D3BB92D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C5358B7-674A-7A88-B826-5EE49C879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10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FCF466-668E-BD6E-F10E-C26D96D8F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5406875-DA4F-F6EE-6654-FFEB8E932F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488526-2FDB-9D05-2179-D03133E73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74229EB-0D5F-87F5-1C97-BF9F8D95F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20/08/26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6B59AE5-9876-EBCC-0D20-C959FC25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7258AF-D5E4-37BE-BA20-2E5E50DE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4352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84CCA2-B1AF-2066-A5B7-5B11CC70F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B81FFD8-29EC-D3E0-7F34-7721109EF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5D1617-6408-E76F-8B33-A567E697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20/08/26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F891BD-55EA-1865-044E-BD83A6DEC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34E97DB-8F16-E0AF-E2B9-D4FBF2A30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2968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8D4EEE2-7F91-9DC6-DD37-F5662C2FC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3484EDB-873E-99F3-644F-483581E2F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97EC725-77B2-0FBD-6240-109960126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1A93-36F9-FD41-A5B4-BD65DF142159}" type="datetimeFigureOut">
              <a:rPr lang="it-IT" smtClean="0"/>
              <a:t>20/08/26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A47FAE-A0FC-A609-AEEF-232275A5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A14BB75-5FEC-83A5-8DB0-5CBD23A2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3781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2B216D3-C403-B028-0AA0-BE66E6CB5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2E5E95D-E911-7D7E-6173-FFFD31D09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65FD4CD-F8FB-2E82-8E53-0E822A159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AC1A93-36F9-FD41-A5B4-BD65DF142159}" type="datetimeFigureOut">
              <a:rPr lang="it-IT" smtClean="0"/>
              <a:t>20/08/26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849B037-3956-8918-B515-15E6DB0E9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38C8090-C28D-A7A0-EB99-685393559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82E371-0AC7-F944-9C77-08A6377726C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586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1B2E0D14-9BC3-46CB-AEDA-1E9C8FB36AD7}"/>
              </a:ext>
            </a:extLst>
          </p:cNvPr>
          <p:cNvSpPr txBox="1"/>
          <p:nvPr/>
        </p:nvSpPr>
        <p:spPr>
          <a:xfrm>
            <a:off x="634366" y="2013188"/>
            <a:ext cx="12787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>
                <a:latin typeface=""/>
              </a:rPr>
              <a:t>LUNG CT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91CBFEF-07D2-6ED7-98D7-D32EBE0B582C}"/>
              </a:ext>
            </a:extLst>
          </p:cNvPr>
          <p:cNvSpPr/>
          <p:nvPr/>
        </p:nvSpPr>
        <p:spPr>
          <a:xfrm>
            <a:off x="2661128" y="1934773"/>
            <a:ext cx="1913862" cy="2658139"/>
          </a:xfrm>
          <a:prstGeom prst="roundRect">
            <a:avLst/>
          </a:prstGeom>
          <a:noFill/>
          <a:ln>
            <a:solidFill>
              <a:srgbClr val="FFC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"/>
            </a:endParaRP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40098AFC-C7E4-9F73-C7B6-87ECED308FE2}"/>
              </a:ext>
            </a:extLst>
          </p:cNvPr>
          <p:cNvSpPr/>
          <p:nvPr/>
        </p:nvSpPr>
        <p:spPr>
          <a:xfrm>
            <a:off x="5082527" y="1934773"/>
            <a:ext cx="1913862" cy="2658139"/>
          </a:xfrm>
          <a:prstGeom prst="roundRect">
            <a:avLst/>
          </a:prstGeom>
          <a:noFill/>
          <a:ln>
            <a:solidFill>
              <a:srgbClr val="525E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"/>
            </a:endParaRP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F7BFF4F3-C582-9134-A85B-94FCE0A63444}"/>
              </a:ext>
            </a:extLst>
          </p:cNvPr>
          <p:cNvSpPr/>
          <p:nvPr/>
        </p:nvSpPr>
        <p:spPr>
          <a:xfrm>
            <a:off x="7503926" y="1934772"/>
            <a:ext cx="1913862" cy="2658139"/>
          </a:xfrm>
          <a:prstGeom prst="roundRect">
            <a:avLst/>
          </a:prstGeom>
          <a:noFill/>
          <a:ln>
            <a:solidFill>
              <a:srgbClr val="5FAC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815AC3CA-6CF0-BED8-D5E1-B585E6619B68}"/>
              </a:ext>
            </a:extLst>
          </p:cNvPr>
          <p:cNvSpPr/>
          <p:nvPr/>
        </p:nvSpPr>
        <p:spPr>
          <a:xfrm>
            <a:off x="9925325" y="1934772"/>
            <a:ext cx="1913862" cy="2658139"/>
          </a:xfrm>
          <a:prstGeom prst="roundRect">
            <a:avLst/>
          </a:prstGeom>
          <a:solidFill>
            <a:schemeClr val="bg1"/>
          </a:solidFill>
          <a:ln>
            <a:solidFill>
              <a:srgbClr val="97DD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C1BC0EC-3DAB-DD5D-A4D0-21DD2B9354CC}"/>
              </a:ext>
            </a:extLst>
          </p:cNvPr>
          <p:cNvSpPr txBox="1"/>
          <p:nvPr/>
        </p:nvSpPr>
        <p:spPr>
          <a:xfrm>
            <a:off x="2978693" y="2042915"/>
            <a:ext cx="12787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>
                <a:solidFill>
                  <a:srgbClr val="FFC349"/>
                </a:solidFill>
                <a:latin typeface=""/>
              </a:rPr>
              <a:t>DETECTOR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5B47E16A-116F-2504-2A1A-99A8ADAAAF06}"/>
              </a:ext>
            </a:extLst>
          </p:cNvPr>
          <p:cNvSpPr>
            <a:spLocks noGrp="1"/>
          </p:cNvSpPr>
          <p:nvPr/>
        </p:nvSpPr>
        <p:spPr>
          <a:xfrm>
            <a:off x="3095954" y="4168495"/>
            <a:ext cx="4381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900" b="1" i="0">
                <a:solidFill>
                  <a:srgbClr val="0F7C8A"/>
                </a:solidFill>
              </a:defRPr>
            </a:pPr>
            <a:r>
              <a:rPr sz="900" b="1" i="0" dirty="0">
                <a:solidFill>
                  <a:srgbClr val="FFC349"/>
                </a:solidFill>
                <a:latin typeface=""/>
              </a:rPr>
              <a:t>k=4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48244FFA-FBB3-E5FB-6DF6-FCC983DBEECE}"/>
              </a:ext>
            </a:extLst>
          </p:cNvPr>
          <p:cNvSpPr>
            <a:spLocks noGrp="1"/>
          </p:cNvSpPr>
          <p:nvPr/>
        </p:nvSpPr>
        <p:spPr>
          <a:xfrm>
            <a:off x="3772229" y="4168496"/>
            <a:ext cx="4476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900" b="1" i="0">
                <a:solidFill>
                  <a:srgbClr val="0F7C8A"/>
                </a:solidFill>
              </a:defRPr>
            </a:pPr>
            <a:r>
              <a:rPr sz="900" b="1" i="0" dirty="0">
                <a:solidFill>
                  <a:srgbClr val="FFC349"/>
                </a:solidFill>
                <a:latin typeface=""/>
              </a:rPr>
              <a:t>t=</a:t>
            </a:r>
            <a:r>
              <a:rPr lang="it-IT" sz="900" b="1" i="0" dirty="0">
                <a:solidFill>
                  <a:srgbClr val="FFC349"/>
                </a:solidFill>
                <a:latin typeface=""/>
              </a:rPr>
              <a:t>0.</a:t>
            </a:r>
            <a:r>
              <a:rPr sz="900" b="1" i="0" dirty="0">
                <a:solidFill>
                  <a:srgbClr val="FFC349"/>
                </a:solidFill>
                <a:latin typeface=""/>
              </a:rPr>
              <a:t>5</a:t>
            </a:r>
            <a:endParaRPr lang="it-IT" sz="900" b="1" i="0" dirty="0">
              <a:solidFill>
                <a:srgbClr val="FFC349"/>
              </a:solidFill>
              <a:latin typeface=""/>
            </a:endParaRPr>
          </a:p>
        </p:txBody>
      </p:sp>
      <p:cxnSp>
        <p:nvCxnSpPr>
          <p:cNvPr id="23" name="Connettore diritto a freccia 22">
            <a:extLst>
              <a:ext uri="{FF2B5EF4-FFF2-40B4-BE49-F238E27FC236}">
                <a16:creationId xmlns:a16="http://schemas.microsoft.com/office/drawing/2014/main" id="{9F73E8F3-CD23-C14B-C2E7-B9EBBFDFC651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4574990" y="3263843"/>
            <a:ext cx="5075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ttore diritto a freccia 23">
            <a:extLst>
              <a:ext uri="{FF2B5EF4-FFF2-40B4-BE49-F238E27FC236}">
                <a16:creationId xmlns:a16="http://schemas.microsoft.com/office/drawing/2014/main" id="{F11AF21E-CA7C-C298-16E3-A7F32634043B}"/>
              </a:ext>
            </a:extLst>
          </p:cNvPr>
          <p:cNvCxnSpPr/>
          <p:nvPr/>
        </p:nvCxnSpPr>
        <p:spPr>
          <a:xfrm>
            <a:off x="6996389" y="3263843"/>
            <a:ext cx="5075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ttore diritto a freccia 24">
            <a:extLst>
              <a:ext uri="{FF2B5EF4-FFF2-40B4-BE49-F238E27FC236}">
                <a16:creationId xmlns:a16="http://schemas.microsoft.com/office/drawing/2014/main" id="{19F1386F-BF9E-41E6-DDFF-14E4242247F5}"/>
              </a:ext>
            </a:extLst>
          </p:cNvPr>
          <p:cNvCxnSpPr/>
          <p:nvPr/>
        </p:nvCxnSpPr>
        <p:spPr>
          <a:xfrm>
            <a:off x="9417788" y="3253880"/>
            <a:ext cx="5075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855489A3-A2D0-006C-F602-17BCDED9DB1D}"/>
              </a:ext>
            </a:extLst>
          </p:cNvPr>
          <p:cNvSpPr txBox="1"/>
          <p:nvPr/>
        </p:nvSpPr>
        <p:spPr>
          <a:xfrm>
            <a:off x="5241309" y="2042916"/>
            <a:ext cx="15962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500" dirty="0">
                <a:solidFill>
                  <a:srgbClr val="525EA7"/>
                </a:solidFill>
                <a:latin typeface=""/>
              </a:rPr>
              <a:t>RBF SURFACE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90B494A3-DD40-F5E2-2DD4-FF8EA8EC7870}"/>
              </a:ext>
            </a:extLst>
          </p:cNvPr>
          <p:cNvSpPr txBox="1"/>
          <p:nvPr/>
        </p:nvSpPr>
        <p:spPr>
          <a:xfrm>
            <a:off x="7662708" y="2066000"/>
            <a:ext cx="15962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500" dirty="0">
                <a:solidFill>
                  <a:srgbClr val="5FACD3"/>
                </a:solidFill>
                <a:latin typeface=""/>
              </a:rPr>
              <a:t>SYNTHETIC 2D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C719B654-2AA8-F7EF-5249-70E1A6EA7577}"/>
              </a:ext>
            </a:extLst>
          </p:cNvPr>
          <p:cNvSpPr txBox="1"/>
          <p:nvPr/>
        </p:nvSpPr>
        <p:spPr>
          <a:xfrm>
            <a:off x="10004716" y="3115380"/>
            <a:ext cx="1755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rgbClr val="97DDE9"/>
                </a:solidFill>
                <a:latin typeface=""/>
              </a:rPr>
              <a:t>EFFICIENTNETV2-S</a:t>
            </a:r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C26B4AD2-C953-1369-4E8D-770D2450B91E}"/>
              </a:ext>
            </a:extLst>
          </p:cNvPr>
          <p:cNvSpPr>
            <a:spLocks noGrp="1"/>
          </p:cNvSpPr>
          <p:nvPr/>
        </p:nvSpPr>
        <p:spPr>
          <a:xfrm>
            <a:off x="8530584" y="945505"/>
            <a:ext cx="133350" cy="13335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it-IT" dirty="0">
              <a:latin typeface=""/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19063549-CB5D-F31D-F868-B5E4CFA9AF0E}"/>
              </a:ext>
            </a:extLst>
          </p:cNvPr>
          <p:cNvSpPr/>
          <p:nvPr/>
        </p:nvSpPr>
        <p:spPr>
          <a:xfrm>
            <a:off x="8389821" y="465255"/>
            <a:ext cx="3326595" cy="7571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"/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A2424F18-D858-DF72-6FEE-D3F6B8A74039}"/>
              </a:ext>
            </a:extLst>
          </p:cNvPr>
          <p:cNvSpPr txBox="1"/>
          <p:nvPr/>
        </p:nvSpPr>
        <p:spPr>
          <a:xfrm>
            <a:off x="8389822" y="485928"/>
            <a:ext cx="21113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b="1" dirty="0">
                <a:latin typeface=""/>
              </a:rPr>
              <a:t>VISUAL KEY</a:t>
            </a:r>
          </a:p>
        </p:txBody>
      </p:sp>
      <p:sp>
        <p:nvSpPr>
          <p:cNvPr id="60" name="Ovale 59">
            <a:extLst>
              <a:ext uri="{FF2B5EF4-FFF2-40B4-BE49-F238E27FC236}">
                <a16:creationId xmlns:a16="http://schemas.microsoft.com/office/drawing/2014/main" id="{0F41ADAC-AA9E-5BF8-A0D8-2C0196D638CE}"/>
              </a:ext>
            </a:extLst>
          </p:cNvPr>
          <p:cNvSpPr>
            <a:spLocks noGrp="1"/>
          </p:cNvSpPr>
          <p:nvPr/>
        </p:nvSpPr>
        <p:spPr>
          <a:xfrm>
            <a:off x="10284220" y="926365"/>
            <a:ext cx="133350" cy="133350"/>
          </a:xfrm>
          <a:prstGeom prst="ellipse">
            <a:avLst/>
          </a:prstGeom>
          <a:solidFill>
            <a:srgbClr val="FFC349"/>
          </a:solidFill>
          <a:ln w="9525">
            <a:solidFill>
              <a:srgbClr val="FFC349"/>
            </a:solidFill>
            <a:prstDash val="solid"/>
          </a:ln>
        </p:spPr>
        <p:txBody>
          <a:bodyPr/>
          <a:lstStyle/>
          <a:p>
            <a:endParaRPr lang="it-IT">
              <a:latin typeface=""/>
            </a:endParaRPr>
          </a:p>
        </p:txBody>
      </p:sp>
      <p:sp>
        <p:nvSpPr>
          <p:cNvPr id="62" name="Rettangolo con angoli arrotondati 61">
            <a:extLst>
              <a:ext uri="{FF2B5EF4-FFF2-40B4-BE49-F238E27FC236}">
                <a16:creationId xmlns:a16="http://schemas.microsoft.com/office/drawing/2014/main" id="{3EA77A94-F970-28FA-5FFC-7CD79A23FEC3}"/>
              </a:ext>
            </a:extLst>
          </p:cNvPr>
          <p:cNvSpPr/>
          <p:nvPr/>
        </p:nvSpPr>
        <p:spPr>
          <a:xfrm>
            <a:off x="3045617" y="4176364"/>
            <a:ext cx="438150" cy="200025"/>
          </a:xfrm>
          <a:prstGeom prst="roundRect">
            <a:avLst/>
          </a:prstGeom>
          <a:noFill/>
          <a:ln>
            <a:solidFill>
              <a:srgbClr val="FFC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0F8D9A60-E6EF-6A04-4E0C-ED88227156A9}"/>
              </a:ext>
            </a:extLst>
          </p:cNvPr>
          <p:cNvSpPr/>
          <p:nvPr/>
        </p:nvSpPr>
        <p:spPr>
          <a:xfrm>
            <a:off x="3762388" y="4176364"/>
            <a:ext cx="438150" cy="200025"/>
          </a:xfrm>
          <a:prstGeom prst="roundRect">
            <a:avLst/>
          </a:prstGeom>
          <a:noFill/>
          <a:ln>
            <a:solidFill>
              <a:srgbClr val="FFC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93254432-61AD-2CAC-B76B-3DD367BE2439}"/>
              </a:ext>
            </a:extLst>
          </p:cNvPr>
          <p:cNvSpPr txBox="1"/>
          <p:nvPr/>
        </p:nvSpPr>
        <p:spPr>
          <a:xfrm>
            <a:off x="10416165" y="831457"/>
            <a:ext cx="12787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 err="1">
                <a:latin typeface=""/>
              </a:rPr>
              <a:t>detections</a:t>
            </a:r>
            <a:endParaRPr lang="it-IT" sz="1500" dirty="0">
              <a:latin typeface=""/>
            </a:endParaRPr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1FFFF9D4-62FF-EACA-4A75-83A2F586C8A6}"/>
              </a:ext>
            </a:extLst>
          </p:cNvPr>
          <p:cNvSpPr txBox="1"/>
          <p:nvPr/>
        </p:nvSpPr>
        <p:spPr>
          <a:xfrm>
            <a:off x="8663935" y="842110"/>
            <a:ext cx="14375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>
                <a:latin typeface=""/>
              </a:rPr>
              <a:t>ground truths</a:t>
            </a:r>
          </a:p>
        </p:txBody>
      </p:sp>
      <p:cxnSp>
        <p:nvCxnSpPr>
          <p:cNvPr id="67" name="Connettore diritto a freccia 66">
            <a:extLst>
              <a:ext uri="{FF2B5EF4-FFF2-40B4-BE49-F238E27FC236}">
                <a16:creationId xmlns:a16="http://schemas.microsoft.com/office/drawing/2014/main" id="{17BCCA9A-BB38-1028-355A-A2E050D5DA04}"/>
              </a:ext>
            </a:extLst>
          </p:cNvPr>
          <p:cNvCxnSpPr>
            <a:cxnSpLocks/>
          </p:cNvCxnSpPr>
          <p:nvPr/>
        </p:nvCxnSpPr>
        <p:spPr>
          <a:xfrm flipH="1">
            <a:off x="10539986" y="4582647"/>
            <a:ext cx="363749" cy="6698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Connettore diritto a freccia 67">
            <a:extLst>
              <a:ext uri="{FF2B5EF4-FFF2-40B4-BE49-F238E27FC236}">
                <a16:creationId xmlns:a16="http://schemas.microsoft.com/office/drawing/2014/main" id="{CD9B6EAF-DEB9-9E04-5354-7AE39BFD44B6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0882256" y="4592911"/>
            <a:ext cx="386935" cy="659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159192E0-9A2E-FFDA-2239-201B9C57EFEC}"/>
              </a:ext>
            </a:extLst>
          </p:cNvPr>
          <p:cNvSpPr txBox="1"/>
          <p:nvPr/>
        </p:nvSpPr>
        <p:spPr>
          <a:xfrm>
            <a:off x="10101450" y="5269281"/>
            <a:ext cx="7642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 err="1">
                <a:latin typeface=""/>
              </a:rPr>
              <a:t>benign</a:t>
            </a:r>
            <a:endParaRPr lang="it-IT" sz="1500" dirty="0">
              <a:latin typeface=""/>
            </a:endParaRP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2D4CD2B5-5BD7-E6D9-4D6C-B3D4F2FED235}"/>
              </a:ext>
            </a:extLst>
          </p:cNvPr>
          <p:cNvSpPr txBox="1"/>
          <p:nvPr/>
        </p:nvSpPr>
        <p:spPr>
          <a:xfrm>
            <a:off x="10913267" y="5269281"/>
            <a:ext cx="107429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 err="1">
                <a:latin typeface=""/>
              </a:rPr>
              <a:t>malignant</a:t>
            </a:r>
            <a:endParaRPr lang="it-IT" sz="1500" dirty="0">
              <a:latin typeface=""/>
            </a:endParaRPr>
          </a:p>
        </p:txBody>
      </p:sp>
      <p:pic>
        <p:nvPicPr>
          <p:cNvPr id="75" name="Immagine 74">
            <a:extLst>
              <a:ext uri="{FF2B5EF4-FFF2-40B4-BE49-F238E27FC236}">
                <a16:creationId xmlns:a16="http://schemas.microsoft.com/office/drawing/2014/main" id="{76F7FEAC-2AC0-0E0C-5473-5D850D175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38" y="2514025"/>
            <a:ext cx="1914835" cy="1507497"/>
          </a:xfrm>
          <a:prstGeom prst="rect">
            <a:avLst/>
          </a:prstGeom>
        </p:spPr>
      </p:pic>
      <p:pic>
        <p:nvPicPr>
          <p:cNvPr id="81" name="Immagine 80">
            <a:extLst>
              <a:ext uri="{FF2B5EF4-FFF2-40B4-BE49-F238E27FC236}">
                <a16:creationId xmlns:a16="http://schemas.microsoft.com/office/drawing/2014/main" id="{7DF2223E-71AA-E0E1-090E-B22A58EB2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588" y="2474222"/>
            <a:ext cx="1852942" cy="1453288"/>
          </a:xfrm>
          <a:prstGeom prst="rect">
            <a:avLst/>
          </a:prstGeom>
        </p:spPr>
      </p:pic>
      <p:cxnSp>
        <p:nvCxnSpPr>
          <p:cNvPr id="84" name="Connettore diritto a freccia 83">
            <a:extLst>
              <a:ext uri="{FF2B5EF4-FFF2-40B4-BE49-F238E27FC236}">
                <a16:creationId xmlns:a16="http://schemas.microsoft.com/office/drawing/2014/main" id="{3DBD690D-D5CD-A324-121F-001EF54349EF}"/>
              </a:ext>
            </a:extLst>
          </p:cNvPr>
          <p:cNvCxnSpPr/>
          <p:nvPr/>
        </p:nvCxnSpPr>
        <p:spPr>
          <a:xfrm>
            <a:off x="2153591" y="3271827"/>
            <a:ext cx="5075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6" name="Immagine 85">
            <a:extLst>
              <a:ext uri="{FF2B5EF4-FFF2-40B4-BE49-F238E27FC236}">
                <a16:creationId xmlns:a16="http://schemas.microsoft.com/office/drawing/2014/main" id="{1C4CDADC-AB15-C0A4-E3B3-A2219C336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320" y="2346219"/>
            <a:ext cx="1822276" cy="1822276"/>
          </a:xfrm>
          <a:prstGeom prst="rect">
            <a:avLst/>
          </a:prstGeom>
        </p:spPr>
      </p:pic>
      <p:pic>
        <p:nvPicPr>
          <p:cNvPr id="88" name="Immagine 87">
            <a:extLst>
              <a:ext uri="{FF2B5EF4-FFF2-40B4-BE49-F238E27FC236}">
                <a16:creationId xmlns:a16="http://schemas.microsoft.com/office/drawing/2014/main" id="{F709198F-A624-4E8A-9816-0E9434130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317" y="2569949"/>
            <a:ext cx="1728063" cy="145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74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22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Paolo Domenico</dc:creator>
  <cp:lastModifiedBy>Paolo Domenico</cp:lastModifiedBy>
  <cp:revision>25</cp:revision>
  <dcterms:created xsi:type="dcterms:W3CDTF">2026-08-20T14:14:11Z</dcterms:created>
  <dcterms:modified xsi:type="dcterms:W3CDTF">2026-08-20T15:56:23Z</dcterms:modified>
</cp:coreProperties>
</file>