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DF"/>
    <a:srgbClr val="73A5CA"/>
    <a:srgbClr val="FFC81E"/>
    <a:srgbClr val="E87F2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F5031-4F77-B3DD-DF3A-4E1147AA6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0C32B-140D-3C6E-BB17-553DEB962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54B11-83DB-F0E1-E018-B57EB9974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44D1-BF14-E72E-5308-47C426D8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4C1A-A293-9AAC-6FBC-E5C7F98A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1411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BC94-0FD1-F6AF-504C-7AF80A46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19FDC-0F24-4516-8FE5-45C26B711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C9C30-BCE5-224E-69BB-57D37267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DF212-F7C8-78A3-0B80-AD02250AD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E5255-9156-9895-5D6B-78B5BCE1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2252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05C8-370A-F013-1776-1D3DF4FB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5C0A8-8CC1-BACF-14E2-4A02C8A60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23734-9D6D-0C9B-9D8A-51244BC7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73E2D-E0F3-C257-C3D2-2DC46478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73780-85C3-33DF-814A-08A6649D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5087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07D3-24A6-3818-1390-61FE42C2C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565B5-A2B2-C626-3ABF-381C9C45B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005F8-F42A-6022-F0F5-808B6732D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13D3B-938E-4F92-C80B-D445164A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D0D2E-3C8C-4DFC-5BBE-D0455A0C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E3D52-D4D2-DBE4-134A-4330BF7D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5157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C5F8-D735-55BB-ADD3-AE9ED743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F0033-7678-56FF-475C-9CAF40B7F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612F2-84C3-59A3-32F8-2747644D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D78A2-C86C-0F86-4B0F-572A2C208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1B25B-1276-1A68-8EB1-43AEA7B5B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A89DE-C23D-787A-F507-EBDA4E0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CB77E-E976-50D4-D28D-F8160156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2A525-F5E6-AA32-84BF-BB82452C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8787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924D-B97F-042F-CBDD-2E277760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83A98-186C-2526-A11D-33A6B03A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DC8B3-8360-8145-3EEF-C8980608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BF6B6-373C-491D-A220-92479520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8794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056EFF-E653-ADF1-806D-EF118FC8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348A7-6AB6-6A84-AEFD-6BE379A3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59CF0-F01F-A0A6-D205-E16CC734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3709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3E0CA-6A6C-F56E-A860-596D9B01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2E87-431D-6323-F43F-599DF7FDA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08EB0-6593-BF8E-5A50-04CCE6FD4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50875-A888-AE0B-C7BB-8E1B748D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85601-B03C-E1C7-1E68-55CDA19F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AE6D-A01B-E441-4438-73502C4C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2589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37A24-DDCB-F526-412A-707FA078C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DBFFCA-9754-4018-A8E6-46B6AB780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0A45B-DAF5-D75B-D1FD-C6CAC37BF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A29C5-55ED-26F6-6132-90083AAC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08B27-4D06-145B-078E-B2D72C02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EE27A-D390-6FEC-86AB-97C9D37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2606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467C-3BF5-A3E8-3EA7-1F0C3C8BC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BC02E-4E5F-8C5F-11C0-55481622C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1F323-298A-6C58-D5FC-52FD5798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CA73D-5205-A069-A210-CB976FBC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A7E29-6908-E055-4A0F-4227E058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45621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50A69-89C7-66C3-1F6B-DBA56F5E1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94E01-0350-55E8-5C22-9E01D1C54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24F96-97EA-2A83-E9CA-0A78AA6C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ADD86-9310-F003-5E14-D253079A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B7EFF-6C7B-5B18-5BEE-56672299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3060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D50FB7-99EC-ABF0-FE05-CDBD9D4E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008D2-C7C1-193D-F0C2-807C534DE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BFC94-7A48-FF9C-0660-879106221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3A8FC-3EC2-924C-AF2F-3F7F9D075E3E}" type="datetimeFigureOut">
              <a:rPr lang="en-IT" smtClean="0"/>
              <a:t>21/04/26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F3DE0-F1FA-F22A-B699-25F292EE6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CBDA6-2C68-A0CD-731C-14D4FCBE7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34D47-EF2E-1E42-A498-ED5A7169D8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036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61F6E6D-F855-0867-9724-CA91A632BE6E}"/>
              </a:ext>
            </a:extLst>
          </p:cNvPr>
          <p:cNvCxnSpPr>
            <a:cxnSpLocks/>
          </p:cNvCxnSpPr>
          <p:nvPr/>
        </p:nvCxnSpPr>
        <p:spPr>
          <a:xfrm flipV="1">
            <a:off x="7605546" y="3341798"/>
            <a:ext cx="616820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765D8B-EC89-DD5F-54EF-ACDEF86C56FC}"/>
              </a:ext>
            </a:extLst>
          </p:cNvPr>
          <p:cNvCxnSpPr>
            <a:cxnSpLocks/>
          </p:cNvCxnSpPr>
          <p:nvPr/>
        </p:nvCxnSpPr>
        <p:spPr>
          <a:xfrm flipV="1">
            <a:off x="1521165" y="3332248"/>
            <a:ext cx="616820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63A564-5485-F631-5012-E1A5FB127994}"/>
              </a:ext>
            </a:extLst>
          </p:cNvPr>
          <p:cNvSpPr/>
          <p:nvPr/>
        </p:nvSpPr>
        <p:spPr>
          <a:xfrm>
            <a:off x="2137986" y="2797541"/>
            <a:ext cx="1003416" cy="1069426"/>
          </a:xfrm>
          <a:prstGeom prst="roundRect">
            <a:avLst/>
          </a:prstGeom>
          <a:solidFill>
            <a:srgbClr val="E87F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solidFill>
                  <a:schemeClr val="tx1"/>
                </a:solidFill>
              </a:rPr>
              <a:t>GRAVITY NET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65E65B3-5E99-D6EB-8066-C46526AA540A}"/>
              </a:ext>
            </a:extLst>
          </p:cNvPr>
          <p:cNvSpPr/>
          <p:nvPr/>
        </p:nvSpPr>
        <p:spPr>
          <a:xfrm>
            <a:off x="6346620" y="2797545"/>
            <a:ext cx="1258926" cy="1069422"/>
          </a:xfrm>
          <a:prstGeom prst="roundRect">
            <a:avLst/>
          </a:prstGeom>
          <a:solidFill>
            <a:srgbClr val="FFC8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solidFill>
                  <a:schemeClr val="tx1"/>
                </a:solidFill>
              </a:rPr>
              <a:t>2D SYNTHESIS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5DF8DC5-7989-0176-9BA4-A146A56EAD48}"/>
              </a:ext>
            </a:extLst>
          </p:cNvPr>
          <p:cNvSpPr/>
          <p:nvPr/>
        </p:nvSpPr>
        <p:spPr>
          <a:xfrm>
            <a:off x="10287773" y="2807087"/>
            <a:ext cx="1726341" cy="1069422"/>
          </a:xfrm>
          <a:prstGeom prst="roundRect">
            <a:avLst/>
          </a:prstGeom>
          <a:solidFill>
            <a:srgbClr val="FEFD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solidFill>
                  <a:schemeClr val="tx1"/>
                </a:solidFill>
              </a:rPr>
              <a:t>MALIGNACY CLASSIFICATION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0381-553E-4412-8B87-A8B74A71C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5" y="2797523"/>
            <a:ext cx="1458050" cy="12671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2088D7-D632-5702-DB8D-DF5E34EE4D6A}"/>
              </a:ext>
            </a:extLst>
          </p:cNvPr>
          <p:cNvSpPr txBox="1"/>
          <p:nvPr/>
        </p:nvSpPr>
        <p:spPr>
          <a:xfrm>
            <a:off x="0" y="3899755"/>
            <a:ext cx="1584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3D CT Volume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D7AACC-E787-FCC8-CEDD-F07D5467237F}"/>
              </a:ext>
            </a:extLst>
          </p:cNvPr>
          <p:cNvSpPr txBox="1"/>
          <p:nvPr/>
        </p:nvSpPr>
        <p:spPr>
          <a:xfrm>
            <a:off x="2137985" y="1998096"/>
            <a:ext cx="1003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STAGE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106254-A36F-462A-0DDF-D1DD4D3E727C}"/>
              </a:ext>
            </a:extLst>
          </p:cNvPr>
          <p:cNvSpPr txBox="1"/>
          <p:nvPr/>
        </p:nvSpPr>
        <p:spPr>
          <a:xfrm>
            <a:off x="6474375" y="1999226"/>
            <a:ext cx="1003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STAGE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CC13F-0B37-73B6-3EB7-CCAC40ED98B2}"/>
              </a:ext>
            </a:extLst>
          </p:cNvPr>
          <p:cNvSpPr txBox="1"/>
          <p:nvPr/>
        </p:nvSpPr>
        <p:spPr>
          <a:xfrm>
            <a:off x="10649235" y="1988716"/>
            <a:ext cx="1003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STAGE 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ABE3C2-10B0-166F-1BA4-40F230813EDF}"/>
              </a:ext>
            </a:extLst>
          </p:cNvPr>
          <p:cNvCxnSpPr>
            <a:cxnSpLocks/>
          </p:cNvCxnSpPr>
          <p:nvPr/>
        </p:nvCxnSpPr>
        <p:spPr>
          <a:xfrm flipV="1">
            <a:off x="3141401" y="3341798"/>
            <a:ext cx="616820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99CB7BC7-873A-CC2E-13DF-F8498C3D0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956" y="2580069"/>
            <a:ext cx="1615516" cy="106942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22B1A2-687E-5A69-BDF1-4B5742662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771" y="3190149"/>
            <a:ext cx="1395837" cy="1069426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C609F0-5CF4-5845-EF9F-92ACDDBB802C}"/>
              </a:ext>
            </a:extLst>
          </p:cNvPr>
          <p:cNvCxnSpPr>
            <a:cxnSpLocks/>
          </p:cNvCxnSpPr>
          <p:nvPr/>
        </p:nvCxnSpPr>
        <p:spPr>
          <a:xfrm flipV="1">
            <a:off x="5709608" y="3332242"/>
            <a:ext cx="616820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3A378331-CE67-AB1C-D7A7-FB6BF7238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383" y="2741946"/>
            <a:ext cx="1395837" cy="1343687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E72DDD-5A68-8402-A1E6-E2C9DB516FAE}"/>
              </a:ext>
            </a:extLst>
          </p:cNvPr>
          <p:cNvCxnSpPr>
            <a:cxnSpLocks/>
          </p:cNvCxnSpPr>
          <p:nvPr/>
        </p:nvCxnSpPr>
        <p:spPr>
          <a:xfrm flipV="1">
            <a:off x="9650099" y="3341798"/>
            <a:ext cx="616820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460603C-F52B-C685-E4AE-E8F5E90496C7}"/>
              </a:ext>
            </a:extLst>
          </p:cNvPr>
          <p:cNvSpPr txBox="1"/>
          <p:nvPr/>
        </p:nvSpPr>
        <p:spPr>
          <a:xfrm>
            <a:off x="3881956" y="4432238"/>
            <a:ext cx="2025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Nodules detection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6C2E9D-A3AD-B4C7-BB36-50F206E559EB}"/>
              </a:ext>
            </a:extLst>
          </p:cNvPr>
          <p:cNvSpPr txBox="1"/>
          <p:nvPr/>
        </p:nvSpPr>
        <p:spPr>
          <a:xfrm>
            <a:off x="7902904" y="4432238"/>
            <a:ext cx="21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Synthetic 2D Image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3B9838A-BA6F-9587-B85C-2D03AE1F6A30}"/>
              </a:ext>
            </a:extLst>
          </p:cNvPr>
          <p:cNvCxnSpPr/>
          <p:nvPr/>
        </p:nvCxnSpPr>
        <p:spPr>
          <a:xfrm>
            <a:off x="6005644" y="1660539"/>
            <a:ext cx="0" cy="3600000"/>
          </a:xfrm>
          <a:prstGeom prst="line">
            <a:avLst/>
          </a:prstGeom>
          <a:ln>
            <a:solidFill>
              <a:srgbClr val="73A5C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9996029-ABBA-3FC3-7BA2-3A2328F87B28}"/>
              </a:ext>
            </a:extLst>
          </p:cNvPr>
          <p:cNvCxnSpPr/>
          <p:nvPr/>
        </p:nvCxnSpPr>
        <p:spPr>
          <a:xfrm>
            <a:off x="9958509" y="1660539"/>
            <a:ext cx="0" cy="3600000"/>
          </a:xfrm>
          <a:prstGeom prst="line">
            <a:avLst/>
          </a:prstGeom>
          <a:ln>
            <a:solidFill>
              <a:srgbClr val="73A5C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370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Paolo Domenico</dc:creator>
  <cp:lastModifiedBy>Paolo Domenico</cp:lastModifiedBy>
  <cp:revision>5</cp:revision>
  <dcterms:created xsi:type="dcterms:W3CDTF">2026-04-21T16:39:24Z</dcterms:created>
  <dcterms:modified xsi:type="dcterms:W3CDTF">2026-04-21T17:43:45Z</dcterms:modified>
</cp:coreProperties>
</file>